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5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1032" y="6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9ED0-2E0C-40AB-94D1-30F61C685D7B}" type="datetimeFigureOut">
              <a:rPr lang="en-GB" smtClean="0"/>
              <a:t>15/10/2024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F82F2-5B68-4913-8596-71AE5283A1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465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9ED0-2E0C-40AB-94D1-30F61C685D7B}" type="datetimeFigureOut">
              <a:rPr lang="en-GB" smtClean="0"/>
              <a:t>15/10/2024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F82F2-5B68-4913-8596-71AE5283A1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168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9ED0-2E0C-40AB-94D1-30F61C685D7B}" type="datetimeFigureOut">
              <a:rPr lang="en-GB" smtClean="0"/>
              <a:t>15/10/2024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F82F2-5B68-4913-8596-71AE5283A1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2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9ED0-2E0C-40AB-94D1-30F61C685D7B}" type="datetimeFigureOut">
              <a:rPr lang="en-GB" smtClean="0"/>
              <a:t>15/10/2024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F82F2-5B68-4913-8596-71AE5283A1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5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9ED0-2E0C-40AB-94D1-30F61C685D7B}" type="datetimeFigureOut">
              <a:rPr lang="en-GB" smtClean="0"/>
              <a:t>15/10/2024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F82F2-5B68-4913-8596-71AE5283A1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15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9ED0-2E0C-40AB-94D1-30F61C685D7B}" type="datetimeFigureOut">
              <a:rPr lang="en-GB" smtClean="0"/>
              <a:t>15/10/2024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F82F2-5B68-4913-8596-71AE5283A1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140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9ED0-2E0C-40AB-94D1-30F61C685D7B}" type="datetimeFigureOut">
              <a:rPr lang="en-GB" smtClean="0"/>
              <a:t>15/10/2024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F82F2-5B68-4913-8596-71AE5283A1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7345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9ED0-2E0C-40AB-94D1-30F61C685D7B}" type="datetimeFigureOut">
              <a:rPr lang="en-GB" smtClean="0"/>
              <a:t>15/10/2024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F82F2-5B68-4913-8596-71AE5283A1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046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9ED0-2E0C-40AB-94D1-30F61C685D7B}" type="datetimeFigureOut">
              <a:rPr lang="en-GB" smtClean="0"/>
              <a:t>15/10/2024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F82F2-5B68-4913-8596-71AE5283A1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484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9ED0-2E0C-40AB-94D1-30F61C685D7B}" type="datetimeFigureOut">
              <a:rPr lang="en-GB" smtClean="0"/>
              <a:t>15/10/2024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F82F2-5B68-4913-8596-71AE5283A1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346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9ED0-2E0C-40AB-94D1-30F61C685D7B}" type="datetimeFigureOut">
              <a:rPr lang="en-GB" smtClean="0"/>
              <a:t>15/10/2024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F82F2-5B68-4913-8596-71AE5283A1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103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49ED0-2E0C-40AB-94D1-30F61C685D7B}" type="datetimeFigureOut">
              <a:rPr lang="en-GB" smtClean="0"/>
              <a:t>15/10/2024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F82F2-5B68-4913-8596-71AE5283A1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882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ubble Captures the Start of a New Spoke Season at Saturn - NASA Science">
            <a:extLst>
              <a:ext uri="{FF2B5EF4-FFF2-40B4-BE49-F238E27FC236}">
                <a16:creationId xmlns:a16="http://schemas.microsoft.com/office/drawing/2014/main" id="{2869FFDF-1D9C-70EB-EF32-BE9740166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542" y="1437503"/>
            <a:ext cx="3436908" cy="163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1B1309-0C86-3CA4-D7B4-280C344F51C0}"/>
              </a:ext>
            </a:extLst>
          </p:cNvPr>
          <p:cNvSpPr txBox="1"/>
          <p:nvPr/>
        </p:nvSpPr>
        <p:spPr>
          <a:xfrm>
            <a:off x="1132449" y="510571"/>
            <a:ext cx="6168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chemeClr val="accent1"/>
                </a:solidFill>
              </a:rPr>
              <a:t>Ewell Astronomical Society – Nonsuch Park Planets Walk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9A883-95C6-9D62-DC01-D68314ADAC6A}"/>
              </a:ext>
            </a:extLst>
          </p:cNvPr>
          <p:cNvSpPr txBox="1"/>
          <p:nvPr/>
        </p:nvSpPr>
        <p:spPr>
          <a:xfrm>
            <a:off x="548640" y="1322363"/>
            <a:ext cx="3348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8. Saturn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8657D54-8FD1-C7AD-769A-C8D2584EFDB9}"/>
              </a:ext>
            </a:extLst>
          </p:cNvPr>
          <p:cNvSpPr/>
          <p:nvPr/>
        </p:nvSpPr>
        <p:spPr>
          <a:xfrm>
            <a:off x="4825219" y="8750105"/>
            <a:ext cx="1561513" cy="80537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 err="1">
                <a:solidFill>
                  <a:schemeClr val="accent1"/>
                </a:solidFill>
              </a:rPr>
              <a:t>Uranus</a:t>
            </a:r>
            <a:r>
              <a:rPr lang="en-GB" dirty="0" err="1"/>
              <a:t>s</a:t>
            </a:r>
            <a:endParaRPr lang="en-GB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955DC12-9DD3-B6B2-2E11-ABAB478E8939}"/>
              </a:ext>
            </a:extLst>
          </p:cNvPr>
          <p:cNvSpPr/>
          <p:nvPr/>
        </p:nvSpPr>
        <p:spPr>
          <a:xfrm flipH="1">
            <a:off x="661182" y="8750105"/>
            <a:ext cx="1561513" cy="80537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>
                <a:solidFill>
                  <a:schemeClr val="accent1"/>
                </a:solidFill>
              </a:rPr>
              <a:t>Jupiter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AABC3A-F081-132C-8237-27206787A579}"/>
              </a:ext>
            </a:extLst>
          </p:cNvPr>
          <p:cNvSpPr txBox="1"/>
          <p:nvPr/>
        </p:nvSpPr>
        <p:spPr>
          <a:xfrm>
            <a:off x="548640" y="1976160"/>
            <a:ext cx="244777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Basic facts</a:t>
            </a:r>
          </a:p>
          <a:p>
            <a:r>
              <a:rPr lang="en-GB" sz="1600" dirty="0"/>
              <a:t>Diameter (1) kms (2) Earth radii</a:t>
            </a:r>
          </a:p>
          <a:p>
            <a:r>
              <a:rPr lang="en-GB" sz="1600" dirty="0"/>
              <a:t>Mass – Earth masses</a:t>
            </a:r>
          </a:p>
          <a:p>
            <a:r>
              <a:rPr lang="en-GB" sz="1600" dirty="0"/>
              <a:t>Distance from the Sun</a:t>
            </a:r>
          </a:p>
          <a:p>
            <a:r>
              <a:rPr lang="en-GB" sz="1600" dirty="0"/>
              <a:t>Year</a:t>
            </a:r>
          </a:p>
          <a:p>
            <a:r>
              <a:rPr lang="en-GB" sz="1600" dirty="0"/>
              <a:t>Day</a:t>
            </a:r>
          </a:p>
          <a:p>
            <a:r>
              <a:rPr lang="en-GB" sz="1600" dirty="0"/>
              <a:t>Number of moons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2851F-49BC-045E-89F4-F50A82B79346}"/>
              </a:ext>
            </a:extLst>
          </p:cNvPr>
          <p:cNvSpPr txBox="1"/>
          <p:nvPr/>
        </p:nvSpPr>
        <p:spPr>
          <a:xfrm>
            <a:off x="3802835" y="3884298"/>
            <a:ext cx="27105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Description</a:t>
            </a:r>
          </a:p>
          <a:p>
            <a:r>
              <a:rPr lang="en-GB" sz="1600" dirty="0" err="1"/>
              <a:t>Eg</a:t>
            </a:r>
            <a:r>
              <a:rPr lang="en-GB" sz="1600" dirty="0"/>
              <a:t>, 6</a:t>
            </a:r>
            <a:r>
              <a:rPr lang="en-GB" sz="1600" baseline="30000" dirty="0"/>
              <a:t>th</a:t>
            </a:r>
            <a:r>
              <a:rPr lang="en-GB" sz="1600" dirty="0"/>
              <a:t> planet from the Sun, When discovered (known in ancient times), when were the rings discovered, what are they made of, coloured bands of clouds. Titan – second largest moon in the solar system – larger than the planet Mercury, has liquid lakes of methane on the surface, visited by the Cassini probe, Enceladus has water below an icy surface – water plumes have been detected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9AEAA6-78DD-FF09-120A-43D614199869}"/>
              </a:ext>
            </a:extLst>
          </p:cNvPr>
          <p:cNvSpPr txBox="1"/>
          <p:nvPr/>
        </p:nvSpPr>
        <p:spPr>
          <a:xfrm>
            <a:off x="3317893" y="3076399"/>
            <a:ext cx="3195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 ringed planet Saturn [Image: NASA]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FEA4DF66-D1C8-6864-19B2-E7E64D0BF38B}"/>
              </a:ext>
            </a:extLst>
          </p:cNvPr>
          <p:cNvSpPr/>
          <p:nvPr/>
        </p:nvSpPr>
        <p:spPr>
          <a:xfrm>
            <a:off x="80889" y="4469642"/>
            <a:ext cx="3348110" cy="3998855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Fun Fact</a:t>
            </a:r>
          </a:p>
          <a:p>
            <a:pPr algn="ctr"/>
            <a:endParaRPr lang="en-GB" sz="1600" dirty="0"/>
          </a:p>
          <a:p>
            <a:pPr algn="ctr"/>
            <a:r>
              <a:rPr lang="en-GB" sz="1600" dirty="0"/>
              <a:t>Did you know that Saturn is largely made of hydrogen and helium – the two lightest elements in the universe. As a result Saturn is less dense than water, and, if you had a bathtub big enough, it would actually float!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6F4405-DFED-2241-7C47-080EFF8D0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13" y="190507"/>
            <a:ext cx="722190" cy="85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200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</TotalTime>
  <Words>173</Words>
  <Application>Microsoft Office PowerPoint</Application>
  <PresentationFormat>A4 Paper (210x297 mm)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Howe</dc:creator>
  <cp:lastModifiedBy>Martin Howe</cp:lastModifiedBy>
  <cp:revision>2</cp:revision>
  <dcterms:created xsi:type="dcterms:W3CDTF">2024-10-15T19:34:38Z</dcterms:created>
  <dcterms:modified xsi:type="dcterms:W3CDTF">2024-10-15T19:53:46Z</dcterms:modified>
</cp:coreProperties>
</file>